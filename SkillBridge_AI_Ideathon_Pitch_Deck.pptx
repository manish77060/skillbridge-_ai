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640080"/>
          <a:lstStyle/>
          <a:p>
            <a:pPr algn="ctr">
              <a:defRPr sz="3800" b="1">
                <a:solidFill>
                  <a:srgbClr val="0E7490"/>
                </a:solidFill>
              </a:defRPr>
            </a:pPr>
            <a:r>
              <a:t>SkillBridge AI</a:t>
            </a:r>
          </a:p>
          <a:p>
            <a:pPr>
              <a:spcBef>
                <a:spcPts val="800"/>
              </a:spcBef>
              <a:defRPr sz="1800" b="1">
                <a:solidFill>
                  <a:srgbClr val="0F172A"/>
                </a:solidFill>
              </a:defRPr>
            </a:pPr>
            <a:r>
              <a:t>Intelligent Academia–Industry Skill Mapping &amp; Placement Platform</a:t>
            </a:r>
          </a:p>
          <a:p>
            <a:pPr>
              <a:spcBef>
                <a:spcPts val="1400"/>
              </a:spcBef>
            </a:pPr>
            <a:r>
              <a:rPr b="1" sz="1200">
                <a:solidFill>
                  <a:srgbClr val="0E7490"/>
                </a:solidFill>
              </a:rPr>
              <a:t>THEME:  </a:t>
            </a:r>
            <a:r>
              <a:rPr sz="1200">
                <a:solidFill>
                  <a:srgbClr val="1E293B"/>
                </a:solidFill>
              </a:rPr>
              <a:t>Open Innovation / Smart Education &amp; Workforce</a:t>
            </a:r>
          </a:p>
          <a:p>
            <a:pPr>
              <a:spcBef>
                <a:spcPts val="1400"/>
              </a:spcBef>
            </a:pPr>
            <a:r>
              <a:rPr b="1" sz="1200">
                <a:solidFill>
                  <a:srgbClr val="0E7490"/>
                </a:solidFill>
              </a:rPr>
              <a:t>CORE IDEA:  </a:t>
            </a:r>
            <a:r>
              <a:rPr sz="1200">
                <a:solidFill>
                  <a:srgbClr val="1E293B"/>
                </a:solidFill>
              </a:rPr>
              <a:t>Bridging the Academia–Industry Chasm through Verified Skills</a:t>
            </a:r>
          </a:p>
          <a:p>
            <a:pPr>
              <a:spcBef>
                <a:spcPts val="1400"/>
              </a:spcBef>
            </a:pPr>
            <a:r>
              <a:rPr b="1" sz="1200">
                <a:solidFill>
                  <a:srgbClr val="0E7490"/>
                </a:solidFill>
              </a:rPr>
              <a:t>KEY FOCUS:  </a:t>
            </a:r>
            <a:r>
              <a:rPr sz="1200">
                <a:solidFill>
                  <a:srgbClr val="1E293B"/>
                </a:solidFill>
              </a:rPr>
              <a:t>Cryptographic Logbooks • Explainable SRI • Real-Time Curriculum Gap Analytics</a:t>
            </a:r>
          </a:p>
          <a:p>
            <a:pPr>
              <a:spcBef>
                <a:spcPts val="2000"/>
              </a:spcBef>
              <a:defRPr sz="1100" b="1">
                <a:solidFill>
                  <a:srgbClr val="64748B"/>
                </a:solidFill>
              </a:defRPr>
            </a:pPr>
            <a:r>
              <a:t>GitHub: github.com/amangill1819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HackForge Ideathon  •  SkillBridge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327648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1. Problem Statement</a:t>
            </a:r>
          </a:p>
          <a:p>
            <a:pPr>
              <a:spcBef>
                <a:spcPts val="300"/>
              </a:spcBef>
              <a:defRPr sz="1300">
                <a:solidFill>
                  <a:srgbClr val="0E7490"/>
                </a:solidFill>
              </a:defRPr>
            </a:pPr>
            <a:r>
              <a:t>A degree certifies coursework completion — not workplace operational readiness.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HackForge Ideathon  • 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27648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The Real-World Dilemma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E7490"/>
                </a:solidFill>
              </a:rPr>
              <a:t>• Students graduate with high GPAs</a:t>
            </a:r>
            <a:r>
              <a:rPr sz="1050">
                <a:solidFill>
                  <a:srgbClr val="1E293B"/>
                </a:solidFill>
              </a:rPr>
              <a:t> yet 78% lack hands-on operational competency in industry-grade tools.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E7490"/>
                </a:solidFill>
              </a:rPr>
              <a:t>• Paper logbooks &amp; certificates</a:t>
            </a:r>
            <a:r>
              <a:rPr sz="1050">
                <a:solidFill>
                  <a:srgbClr val="1E293B"/>
                </a:solidFill>
              </a:rPr>
              <a:t> are rampantly forged or backdated, leaving recruiters with zero trust in claims.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E7490"/>
                </a:solidFill>
              </a:rPr>
              <a:t>• Academic syllabi stay static</a:t>
            </a:r>
            <a:r>
              <a:rPr sz="1050">
                <a:solidFill>
                  <a:srgbClr val="1E293B"/>
                </a:solidFill>
              </a:rPr>
              <a:t> for 3–5 years while industrial technologies and hiring demands shift every 6 months.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E7490"/>
                </a:solidFill>
              </a:rPr>
              <a:t>• Massive hiring friction</a:t>
            </a:r>
            <a:r>
              <a:rPr sz="1050">
                <a:solidFill>
                  <a:srgbClr val="1E293B"/>
                </a:solidFill>
              </a:rPr>
              <a:t> costs recruiters 60+ days per entry-level role, sifting through hundreds of unvetted resumes.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4663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>
              <a:defRPr b="1" sz="1400">
                <a:solidFill>
                  <a:srgbClr val="EF4444"/>
                </a:solidFill>
              </a:defRPr>
            </a:pPr>
            <a:r>
              <a:t>The Broken Pipeline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1.  Static Curriculum &amp; Theory-Heavy Teaching</a:t>
            </a:r>
          </a:p>
          <a:p>
            <a:pPr>
              <a:defRPr b="1" sz="1000">
                <a:solidFill>
                  <a:srgbClr val="EF4444"/>
                </a:solidFill>
              </a:defRPr>
            </a:pPr>
            <a:r>
              <a:t>     ↓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2.  Unverified Internship Experience &amp; Fake Letters</a:t>
            </a:r>
          </a:p>
          <a:p>
            <a:pPr>
              <a:defRPr b="1" sz="1000">
                <a:solidFill>
                  <a:srgbClr val="EF4444"/>
                </a:solidFill>
              </a:defRPr>
            </a:pPr>
            <a:r>
              <a:t>     ↓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3.  Overwhelmed Recruiters &amp; Keyword-Gamed Resumes</a:t>
            </a:r>
          </a:p>
          <a:p>
            <a:pPr>
              <a:defRPr b="1" sz="1000">
                <a:solidFill>
                  <a:srgbClr val="EF4444"/>
                </a:solidFill>
              </a:defRPr>
            </a:pPr>
            <a:r>
              <a:t>     ↓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4.  High Candidate Rejection &amp; 65+ Day Hiring Turnaround</a:t>
            </a:r>
          </a:p>
          <a:p>
            <a:pPr>
              <a:defRPr b="1" sz="1000">
                <a:solidFill>
                  <a:srgbClr val="EF4444"/>
                </a:solidFill>
              </a:defRPr>
            </a:pPr>
            <a:r>
              <a:t>     ↓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5.  Graduates Left Underemployed; Deans Lack Gap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🎯 The Central Question: How can practical competencies be cryptographically verified during internships, while providing institutions with real-time intelligence to align curricula?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2. Existing Solutions &amp; The Gap</a:t>
            </a:r>
          </a:p>
          <a:p>
            <a:pPr>
              <a:spcBef>
                <a:spcPts val="300"/>
              </a:spcBef>
              <a:defRPr sz="1300">
                <a:solidFill>
                  <a:srgbClr val="0E7490"/>
                </a:solidFill>
              </a:defRPr>
            </a:pPr>
            <a:r>
              <a:t>Current tools either list jobs or deliver courses — none unify verification and institutional feedback.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HackForge Ideathon  • 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27648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b="1" sz="1200">
                <a:solidFill>
                  <a:srgbClr val="0E7490"/>
                </a:solidFill>
              </a:defRPr>
            </a:pPr>
            <a:r>
              <a:t>Traditional Job Boards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(LinkedIn, Indeed, Internshala)</a:t>
            </a:r>
            <a:br/>
            <a:br/>
            <a:r>
              <a:t>• Keyword-based matching easily gamed by buzzwords</a:t>
            </a:r>
            <a:br/>
            <a:r>
              <a:t>• Zero pre-interview skill verification</a:t>
            </a:r>
            <a:br/>
            <a:r>
              <a:t>• Disconnected from university curriculum improvement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2900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b="1" sz="1200">
                <a:solidFill>
                  <a:srgbClr val="7C3AED"/>
                </a:solidFill>
              </a:defRPr>
            </a:pPr>
            <a:r>
              <a:t>Campus Placement Portals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(Superset, Handshake)</a:t>
            </a:r>
            <a:br/>
            <a:br/>
            <a:r>
              <a:t>• Transactional drive scheduling and CGPA cutoffs</a:t>
            </a:r>
            <a:br/>
            <a:r>
              <a:t>• No diagnostic skill gap analysis</a:t>
            </a:r>
            <a:br/>
            <a:r>
              <a:t>• No personalized learning or competency roadmaps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2900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b="1" sz="1200">
                <a:solidFill>
                  <a:srgbClr val="F59E0B"/>
                </a:solidFill>
              </a:defRPr>
            </a:pPr>
            <a:r>
              <a:t>Online LMS &amp; MOOCs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(Coursera, Udemy, Moodle)</a:t>
            </a:r>
            <a:br/>
            <a:br/>
            <a:r>
              <a:t>• Video consumption &amp; multiple choice quizzes</a:t>
            </a:r>
            <a:br/>
            <a:r>
              <a:t>• Badges lack correlation with real hands-on lab output</a:t>
            </a:r>
            <a:br/>
            <a:r>
              <a:t>• Disconnected from corporate hiring pipelines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09160"/>
            <a:ext cx="10728655" cy="13258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37160"/>
          <a:lstStyle/>
          <a:p>
            <a:pPr algn="ctr">
              <a:defRPr b="1" sz="1250">
                <a:solidFill>
                  <a:srgbClr val="0F172A"/>
                </a:solidFill>
              </a:defRPr>
            </a:pPr>
            <a:r>
              <a:t>💡 The Identified Gap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Existing platforms focus exclusively on organizing listings or hosting content. SkillBridge AI closes the loop by turning verified day-to-day internship logs into mathematical readiness vectors, providing immediate shortlisting for recruiters and dynamic curriculum gap heatmaps for college deans.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3. Proposed Solution: SkillBridge AI</a:t>
            </a:r>
          </a:p>
          <a:p>
            <a:pPr>
              <a:spcBef>
                <a:spcPts val="300"/>
              </a:spcBef>
              <a:defRPr sz="1300">
                <a:solidFill>
                  <a:srgbClr val="0E7490"/>
                </a:solidFill>
              </a:defRPr>
            </a:pPr>
            <a:r>
              <a:t>A unified tri-party intelligence ecosystem for Students, Institutions, and Recruiters.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HackForge Ideathon  • 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27648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The Fundamental Paradigm Shift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EF4444"/>
                </a:solidFill>
              </a:rPr>
              <a:t>❌ Old Mindset: </a:t>
            </a:r>
            <a:r>
              <a:rPr sz="1000">
                <a:solidFill>
                  <a:srgbClr val="1E293B"/>
                </a:solidFill>
              </a:rPr>
              <a:t>“I have an engineering/medical degree with 8.2 CGPA.”
(Subjective, theory-centric, non-verifiable)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0B981"/>
                </a:solidFill>
              </a:rPr>
              <a:t>✅ SkillBridge Mindset: </a:t>
            </a:r>
            <a:r>
              <a:rPr sz="1000">
                <a:solidFill>
                  <a:srgbClr val="1E293B"/>
                </a:solidFill>
              </a:rPr>
              <a:t>“Ayush Sharma: 88% Skill Readiness Index for Quality Analyst role, backed by 180 mentor-verified clinical hours and QR verification.”
(Objective, evidence-backed, tamper-proof)</a:t>
            </a:r>
          </a:p>
          <a:p>
            <a:br/>
            <a:pPr>
              <a:defRPr b="1" sz="1100">
                <a:solidFill>
                  <a:srgbClr val="0E7490"/>
                </a:solidFill>
              </a:defRPr>
            </a:pPr>
            <a:r>
              <a:t>Core Operating Principle: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Real practical work remains the benchmark. Machine learning and cryptographic hashing provide an incorruptible feedback loop connecting students to high-matching roles.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The Tri-Party Flow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E7490"/>
                </a:solidFill>
              </a:rPr>
              <a:t>1. Student Internship Logging: </a:t>
            </a:r>
            <a:r>
              <a:rPr sz="950">
                <a:solidFill>
                  <a:srgbClr val="1E293B"/>
                </a:solidFill>
              </a:rPr>
              <a:t>Daily lab &amp; project tasks recorded in digital logbook.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E7490"/>
                </a:solidFill>
              </a:rPr>
              <a:t>2. Mentor Cryptographic Sign-Off: </a:t>
            </a:r>
            <a:r>
              <a:rPr sz="950">
                <a:solidFill>
                  <a:srgbClr val="1E293B"/>
                </a:solidFill>
              </a:rPr>
              <a:t>Mentor validates hours; SHA-256 hash &amp; QR generated.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E7490"/>
                </a:solidFill>
              </a:rPr>
              <a:t>3. Dense Semantic Vectorization: </a:t>
            </a:r>
            <a:r>
              <a:rPr sz="950">
                <a:solidFill>
                  <a:srgbClr val="1E293B"/>
                </a:solidFill>
              </a:rPr>
              <a:t>Profiles transformed into 384-dimensional embeddings.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E7490"/>
                </a:solidFill>
              </a:rPr>
              <a:t>4. Explainable SRI Calculation: </a:t>
            </a:r>
            <a:r>
              <a:rPr sz="950">
                <a:solidFill>
                  <a:srgbClr val="1E293B"/>
                </a:solidFill>
              </a:rPr>
              <a:t>Composite readiness score: Coursework + Labs + Quizzes.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E7490"/>
                </a:solidFill>
              </a:rPr>
              <a:t>5. Real-Time Opportunity Dispatch: </a:t>
            </a:r>
            <a:r>
              <a:rPr sz="950">
                <a:solidFill>
                  <a:srgbClr val="1E293B"/>
                </a:solidFill>
              </a:rPr>
              <a:t>Sub-45ms candidate ranking; Curriculum gap alerts to Deans.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Skill Intelligence Loop</a:t>
            </a:r>
          </a:p>
          <a:p>
            <a:pPr>
              <a:spcBef>
                <a:spcPts val="300"/>
              </a:spcBef>
              <a:defRPr sz="1300">
                <a:solidFill>
                  <a:srgbClr val="0E7490"/>
                </a:solidFill>
              </a:defRPr>
            </a:pPr>
            <a:r>
              <a:t>Connecting continuous student activity with institutional reform and rapid corporate placement.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HackForge Ideathon  • 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27648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b="1" sz="1100">
                <a:solidFill>
                  <a:srgbClr val="0E7490"/>
                </a:solidFill>
              </a:defRPr>
            </a:pPr>
            <a:r>
              <a:t>Step 1</a:t>
            </a:r>
            <a:br/>
            <a:r>
              <a:t>STUDENT ACTIVITY</a:t>
            </a:r>
          </a:p>
          <a:p>
            <a:pPr algn="ctr"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Coursework • Lab Tasks • Digital Logbook entries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b="1" sz="1100">
                <a:solidFill>
                  <a:srgbClr val="7C3AED"/>
                </a:solidFill>
              </a:defRPr>
            </a:pPr>
            <a:r>
              <a:t>Step 2</a:t>
            </a:r>
            <a:br/>
            <a:r>
              <a:t>MENTOR VALIDATION</a:t>
            </a:r>
          </a:p>
          <a:p>
            <a:pPr algn="ctr"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Cryptographic sign-off • Tamper-proof QR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b="1" sz="1100">
                <a:solidFill>
                  <a:srgbClr val="F59E0B"/>
                </a:solidFill>
              </a:defRPr>
            </a:pPr>
            <a:r>
              <a:t>Step 3</a:t>
            </a:r>
            <a:br/>
            <a:r>
              <a:t>AI VECTOR ENGINE</a:t>
            </a:r>
          </a:p>
          <a:p>
            <a:pPr algn="ctr"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Sentence-BERT embedding • pgvector cosine 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46304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b="1" sz="1100">
                <a:solidFill>
                  <a:srgbClr val="10B981"/>
                </a:solidFill>
              </a:defRPr>
            </a:pPr>
            <a:r>
              <a:t>Step 4</a:t>
            </a:r>
            <a:br/>
            <a:r>
              <a:t>PLACEMENT &amp; AUDIT</a:t>
            </a:r>
          </a:p>
          <a:p>
            <a:pPr algn="ctr"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Instant candidate shortlist • Real-time Dean heatmap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ctr">
              <a:defRPr b="1" sz="1250">
                <a:solidFill>
                  <a:srgbClr val="0F172A"/>
                </a:solidFill>
              </a:defRPr>
            </a:pPr>
            <a:r>
              <a:t>Architectural Pillars of the Closed Loop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E7490"/>
                </a:solidFill>
              </a:rPr>
              <a:t>Operational Layer (Students &amp; Mentors): </a:t>
            </a:r>
            <a:r>
              <a:rPr sz="950">
                <a:solidFill>
                  <a:srgbClr val="1E293B"/>
                </a:solidFill>
              </a:rPr>
              <a:t>Eliminates administrative paper trail with zero-friction daily logging and instant mentor mobile approvals.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E7490"/>
                </a:solidFill>
              </a:rPr>
              <a:t>Intelligence Layer (FastAPI &amp; Sentence-BERT): </a:t>
            </a:r>
            <a:r>
              <a:rPr sz="950">
                <a:solidFill>
                  <a:srgbClr val="1E293B"/>
                </a:solidFill>
              </a:rPr>
              <a:t>Continuously evaluates skill taxonomy, computes multi-factorial SRI scores, and identifies precise missing competencies.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E7490"/>
                </a:solidFill>
              </a:rPr>
              <a:t>Strategic Layer (Colleges &amp; Recruiters): </a:t>
            </a:r>
            <a:r>
              <a:rPr sz="950">
                <a:solidFill>
                  <a:srgbClr val="1E293B"/>
                </a:solidFill>
              </a:rPr>
              <a:t>Deans gain automated NAAC/NIRF curriculum reports; recruiters filter candidate pools with 91.4% top-5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4. Key Features</a:t>
            </a:r>
          </a:p>
          <a:p>
            <a:pPr>
              <a:spcBef>
                <a:spcPts val="300"/>
              </a:spcBef>
              <a:defRPr sz="1300">
                <a:solidFill>
                  <a:srgbClr val="0E7490"/>
                </a:solidFill>
              </a:defRPr>
            </a:pPr>
            <a:r>
              <a:t>Purpose-built capabilities prioritizing measurable solutions over vanity metrics.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HackForge Ideathon  • 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27648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b="1" sz="1150">
                <a:solidFill>
                  <a:srgbClr val="0E7490"/>
                </a:solidFill>
              </a:defRPr>
            </a:pPr>
            <a:r>
              <a:t>AI Skill Readiness Index (SRI)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Objective 0–100% score (40% Coursework + 35% Lab Hours + 25% Assessments) eliminating subjective guessing.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b="1" sz="1150">
                <a:solidFill>
                  <a:srgbClr val="10B981"/>
                </a:solidFill>
              </a:defRPr>
            </a:pPr>
            <a:r>
              <a:t>Verified Digital QR Logbook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Mentor-signed daily internship hours with tamper-evident SHA-256 hash preventing fake credentials.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b="1" sz="1150">
                <a:solidFill>
                  <a:srgbClr val="7C3AED"/>
                </a:solidFill>
              </a:defRPr>
            </a:pPr>
            <a:r>
              <a:t>Curriculum Gap Heatmap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Real-time institutional analytics showing where syllabus coverage lags behind live recruiter demand.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b="1" sz="1150">
                <a:solidFill>
                  <a:srgbClr val="F59E0B"/>
                </a:solidFill>
              </a:defRPr>
            </a:pPr>
            <a:r>
              <a:t>Semantic Vector Matching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Dense Sentence-BERT embeddings matching candidates with roles in &lt; 45 ms based on applied skills.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749039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b="1" sz="1150">
                <a:solidFill>
                  <a:srgbClr val="0E7490"/>
                </a:solidFill>
              </a:defRPr>
            </a:pPr>
            <a:r>
              <a:t>AI Resume Intelligence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Automated PDF parsing and benchmarking that builds structured roadmaps to bridge specific skill gaps.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49039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b="1" sz="1150">
                <a:solidFill>
                  <a:srgbClr val="0F172A"/>
                </a:solidFill>
              </a:defRPr>
            </a:pPr>
            <a:r>
              <a:t>Tri-Party Role Governance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Unified platform with strict role-based access for Students, Mentors, College Deans, and Super Admins.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5. Technical Approach</a:t>
            </a:r>
          </a:p>
          <a:p>
            <a:pPr>
              <a:spcBef>
                <a:spcPts val="300"/>
              </a:spcBef>
              <a:defRPr sz="1300">
                <a:solidFill>
                  <a:srgbClr val="0E7490"/>
                </a:solidFill>
              </a:defRPr>
            </a:pPr>
            <a:r>
              <a:t>Modular, scalable microservice architecture delivering high performance and verified security.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HackForge Ideathon  • 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27648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System Architecture &amp; Core Pipelines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E7490"/>
                </a:solidFill>
              </a:rPr>
              <a:t>1. Presentation Tier (React 19 + Tailwind CSS): </a:t>
            </a:r>
            <a:r>
              <a:rPr sz="950">
                <a:solidFill>
                  <a:srgbClr val="1E293B"/>
                </a:solidFill>
              </a:rPr>
              <a:t>Responsive SPA with dedicated student, faculty, and employer portals. Instant interactive dashboard with real-time SRI visualizations.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E7490"/>
                </a:solidFill>
              </a:rPr>
              <a:t>2. Service &amp; Gateway Tier (FastAPI + Python 3.11): </a:t>
            </a:r>
            <a:r>
              <a:rPr sz="950">
                <a:solidFill>
                  <a:srgbClr val="1E293B"/>
                </a:solidFill>
              </a:rPr>
              <a:t>Asynchronous REST endpoints with Pydantic v2 data models, JWT stateless token authentication, and strict CORS governance.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E7490"/>
                </a:solidFill>
              </a:rPr>
              <a:t>3. AI &amp; Embeddings Core (Sentence-Transformers): </a:t>
            </a:r>
            <a:r>
              <a:rPr sz="950">
                <a:solidFill>
                  <a:srgbClr val="1E293B"/>
                </a:solidFill>
              </a:rPr>
              <a:t>Encodes unstructured text into 384-dimensional dense vectors using all-MiniLM-L6-v2. Captures domain synonyms without expensive proprietary APIs.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E7490"/>
                </a:solidFill>
              </a:rPr>
              <a:t>4. Vector &amp; Relational Storage (PostgreSQL + pgvector): </a:t>
            </a:r>
            <a:r>
              <a:rPr sz="950">
                <a:solidFill>
                  <a:srgbClr val="1E293B"/>
                </a:solidFill>
              </a:rPr>
              <a:t>Hybrid database combining standard relational schemas (users, logs, roles) with HNSW indexed vector embeddings for sub-45ms similarity searches.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E7490"/>
                </a:solidFill>
              </a:rPr>
              <a:t>5. Cryptographic Verification &amp; Security: </a:t>
            </a:r>
            <a:r>
              <a:rPr sz="950">
                <a:solidFill>
                  <a:srgbClr val="1E293B"/>
                </a:solidFill>
              </a:rPr>
              <a:t>SHA-256 digest creation for verified logbooks, role-based access control (RBAC), and strict compliance with the Indian DPDP Act 2023.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6. Technology Stack</a:t>
            </a:r>
          </a:p>
          <a:p>
            <a:pPr>
              <a:spcBef>
                <a:spcPts val="300"/>
              </a:spcBef>
              <a:defRPr sz="1300">
                <a:solidFill>
                  <a:srgbClr val="0E7490"/>
                </a:solidFill>
              </a:defRPr>
            </a:pPr>
            <a:r>
              <a:t>Carefully selected technologies driven strictly by architectural requirements.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HackForge Ideathon  • 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27648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146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1200">
                <a:solidFill>
                  <a:srgbClr val="0E7490"/>
                </a:solidFill>
              </a:defRPr>
            </a:pPr>
            <a:r>
              <a:t>Frontend UI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React 19 • Vite • Tailwind CSS</a:t>
            </a:r>
            <a:br/>
            <a:r>
              <a:t>Lucide React • Responsive PWA</a:t>
            </a:r>
            <a:br/>
            <a:r>
              <a:t>Ultra-fast HMR and seamless responsive interactions across devices.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5146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1200">
                <a:solidFill>
                  <a:srgbClr val="7C3AED"/>
                </a:solidFill>
              </a:defRPr>
            </a:pPr>
            <a:r>
              <a:t>Backend Services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Python 3.11 • FastAPI • Uvicorn</a:t>
            </a:r>
            <a:br/>
            <a:r>
              <a:t>Pydantic v2 • python-jose</a:t>
            </a:r>
            <a:br/>
            <a:r>
              <a:t>Asynchronous high-throughput microservices with automatic Swagger API docs.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5146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1200">
                <a:solidFill>
                  <a:srgbClr val="F59E0B"/>
                </a:solidFill>
              </a:defRPr>
            </a:pPr>
            <a:r>
              <a:t>Database &amp; Vector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PostgreSQL 16 • Supabase</a:t>
            </a:r>
            <a:br/>
            <a:r>
              <a:t>pgvector (HNSW Indexing)</a:t>
            </a:r>
            <a:br/>
            <a:r>
              <a:t>Relational consistency alongside sub-45ms approximate nearest neighbor matching.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5146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1200">
                <a:solidFill>
                  <a:srgbClr val="10B981"/>
                </a:solidFill>
              </a:defRPr>
            </a:pPr>
            <a:r>
              <a:t>Machine Learning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Sentence-Transformers</a:t>
            </a:r>
            <a:br/>
            <a:r>
              <a:t>all-MiniLM-L6-v2 (384-dim)</a:t>
            </a:r>
            <a:br/>
            <a:r>
              <a:t>PyTorch • PyPDF extraction</a:t>
            </a:r>
            <a:br/>
            <a:r>
              <a:t>Self-hosted, cost-effective semantic embeddings with zero recurring API costs.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8655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09728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🎯 Core Architectural Principle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Problem → Requirement → Optimal Technology Choice. Every component in SkillBridge AI is chosen for deterministic performance, high data privacy, and zero reliance on expensive proprietary API subscriptions.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7. Feasibility, Limitations &amp; Impact</a:t>
            </a:r>
          </a:p>
          <a:p>
            <a:pPr>
              <a:spcBef>
                <a:spcPts val="300"/>
              </a:spcBef>
              <a:defRPr sz="1300">
                <a:solidFill>
                  <a:srgbClr val="0E7490"/>
                </a:solidFill>
              </a:defRPr>
            </a:pPr>
            <a:r>
              <a:t>Realistic deployment plan with honest risk assessment and measurable social value.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HackForge Ideathon  • 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27648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1200">
                <a:solidFill>
                  <a:srgbClr val="0E7490"/>
                </a:solidFill>
              </a:defRPr>
            </a:pPr>
            <a:r>
              <a:t>Feasibility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Proven open-source stack (FastAPI, pgvector, React)</a:t>
            </a:r>
            <a:br/>
            <a:r>
              <a:t>• Tested sub-45ms vector search across 500+ student profiles</a:t>
            </a:r>
            <a:br/>
            <a:r>
              <a:t>• Zero recurring commercial AI licensing costs</a:t>
            </a:r>
            <a:br/>
            <a:r>
              <a:t>• Lightweight container deployment on NIC Gov Cloud or AWS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1200">
                <a:solidFill>
                  <a:srgbClr val="EF4444"/>
                </a:solidFill>
              </a:defRPr>
            </a:pPr>
            <a:r>
              <a:t>Limitations &amp; Mitigations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Mentor Adoption Inertia: Solved via 1-click mobile approvals</a:t>
            </a:r>
            <a:br/>
            <a:r>
              <a:t>• Vocabulary Divergence: Solved via domain ontology mapping</a:t>
            </a:r>
            <a:br/>
            <a:r>
              <a:t>• Privacy &amp; Compliance: Role-based access control and DPDP Act 2023 adherence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1200">
                <a:solidFill>
                  <a:srgbClr val="10B981"/>
                </a:solidFill>
              </a:defRPr>
            </a:pPr>
            <a:r>
              <a:t>Expected Impact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&gt; 75% Reduction in recruitment turnaround (65 to &lt;14 days)</a:t>
            </a:r>
            <a:br/>
            <a:r>
              <a:t>• 100% Elimination of fraudulent internship certificates</a:t>
            </a:r>
            <a:br/>
            <a:r>
              <a:t>• Equal opportunity for Tier-2/3 college students via objective SRI</a:t>
            </a:r>
            <a:br/>
            <a:r>
              <a:t>• Real-time syllabus alignment for 500+ institutions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Core Shift: Transforming Higher Ed Placement</a:t>
            </a:r>
          </a:p>
          <a:p>
            <a:pPr>
              <a:spcBef>
                <a:spcPts val="300"/>
              </a:spcBef>
              <a:defRPr sz="1300">
                <a:solidFill>
                  <a:srgbClr val="0E7490"/>
                </a:solidFill>
              </a:defRPr>
            </a:pPr>
            <a:r>
              <a:t>Moving from static credential claims to continuous verified competency.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HackForge Ideathon  •  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27648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b="1" sz="1400">
                <a:solidFill>
                  <a:srgbClr val="EF4444"/>
                </a:solidFill>
              </a:defRPr>
            </a:pPr>
            <a:r>
              <a:t>Traditional Campus Placement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❌  Unverified paper certificates and internship letters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❌  Keyword-stuffed PDF resumes filtered by brittle ATS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❌  Subjective academic marks that hide lab deficits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❌  Syllabi updated once a decade; zero industry data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❌  Recruiters face 65+ day hiring cycles and high churn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46634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SkillBridge AI Ecosystem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✅  Cryptographic QR logbooks signed by industry mentors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✅  Sentence-BERT semantic matching in &lt; 45 milliseconds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✅  Explainable 0–100% Skill Readiness Index (SRI)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✅  Automated curriculum gap alerts delivered to college deans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✅  Pre-vetted day-1 ready interns hired in under 14 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0"/>
          <a:lstStyle/>
          <a:p>
            <a:pPr algn="ctr">
              <a:defRPr b="1" sz="3600">
                <a:solidFill>
                  <a:srgbClr val="0E7490"/>
                </a:solidFill>
              </a:defRPr>
            </a:pPr>
            <a:r>
              <a:t>Thank You</a:t>
            </a:r>
          </a:p>
          <a:p>
            <a:pPr>
              <a:spcBef>
                <a:spcPts val="800"/>
              </a:spcBef>
              <a:defRPr b="1" sz="2000">
                <a:solidFill>
                  <a:srgbClr val="0F172A"/>
                </a:solidFill>
              </a:defRPr>
            </a:pPr>
            <a:r>
              <a:t>Questions &amp; Judge Discussion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SkillBridge AI  •  Team Repository: github.com/amangill1819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3474720"/>
            <a:ext cx="8899855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64592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Key Judge Discussion Topics: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1. Why this problem? — Bridging the trillion-dollar gap between academic theory and operational workforce readiness.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2. Why this approach? — Combining verifiable cryptographic logbooks with dense vector embeddings ensures trust &amp; speed.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3. What are the trade-offs? — Lightweight self-hosted NLP avoids SaaS latency &amp; vendor lock-in while maintaining strict data privacy.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HackForge Ideathon  •  SkillBridge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27648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293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