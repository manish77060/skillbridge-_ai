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🚀 ROUND 1 PITCH DECK • DEHRADUN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SkillBridge AI</a:t>
            </a:r>
          </a:p>
          <a:p>
            <a:pPr>
              <a:spcBef>
                <a:spcPts val="1000"/>
              </a:spcBef>
              <a:defRPr sz="1800">
                <a:solidFill>
                  <a:srgbClr val="64748B"/>
                </a:solidFill>
              </a:defRPr>
            </a:pPr>
            <a:r>
              <a:t>The academia–industry collaboration portal: one AI-driven platform that unifies skill mapping, verified internships, and placement for Students, Recruiters, and Institutions.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3383280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🎓 Student Workspace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AI Readiness Gauge, Skill Matrix &amp; Learning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747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3474720"/>
            <a:ext cx="338328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74904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💼 Industry Suite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AI Ranked Talent Search &amp; 2-Round Screen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4747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3474720"/>
            <a:ext cx="3383280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74904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🏛️ Institution Hub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Placement Analytics &amp; Curriculum Gap 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SkillBridge AI — Team Apex • Dehradun Hackathon 2026                                                                    Slide 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46E5"/>
                </a:solidFill>
              </a:defRPr>
            </a:pPr>
            <a:r>
              <a:t>TEAM APEX |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Academia–Industry Disconnect in Campus Hiring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Structural friction preventing regional technical talent from connecting with employers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9728" cy="18288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6634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No Shared Skill-Mapping Standard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Academia measures capability via marks and credits; industry measures it via role-fit and code readiness. Without a unified skill map, both sides guess at readiness.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109728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6634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Internships Sourced by Cold Outreach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Placement cells and students chase internships manually company-by-company, while recruiters struggle to discover verified talent outside tier-1 metros.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9728" cy="1828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6634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Placement is Tracked, Not Managed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Institutions log placement outcomes after the fact in static spreadsheets, with zero live analytics connecting student learning activity to recruiter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109728" cy="18288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46634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No Single Tri-Party Portal Exists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Students use job boards, recruiters use bloated ATS tools, and colleges use spreadsheets — creating disconnected silos that waste talent and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SkillBridge AI — Team Apex • Dehradun Hackathon 2026                                                                    Slide 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PROPOSED SOLUTION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46E5"/>
                </a:solidFill>
              </a:defRPr>
            </a:pPr>
            <a:r>
              <a:t>TEAM APEX |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One Unified Ecosystem: Academia &amp; Industry, One Pipeline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Replacing fragmented tools with a real-time tri-sided platform powered by a shared skill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103120"/>
            <a:ext cx="2377440" cy="14630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🎓 Student Profile</a:t>
            </a:r>
          </a:p>
          <a:p>
            <a:pPr algn="ctr"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Resume &amp; Skill 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56032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103120"/>
            <a:ext cx="2377440" cy="1463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⚡ SkillBridge AI Engine</a:t>
            </a:r>
          </a:p>
          <a:p>
            <a:pPr algn="ctr"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Skill Gap Scoring &amp;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56032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103120"/>
            <a:ext cx="2377440" cy="146304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💼 Recruiter Suite</a:t>
            </a:r>
            <a:br/>
            <a:r>
              <a:t>🏛️ Institution Hub</a:t>
            </a:r>
          </a:p>
          <a:p>
            <a:pPr algn="ctr"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Ranked Talent &amp; Curriculum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383280" cy="914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3017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Student Workspace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AI Readiness Score Gauge</a:t>
            </a:r>
            <a:br/>
            <a:r>
              <a:t>• Real-Time Opportunity Match %</a:t>
            </a:r>
            <a:br/>
            <a:r>
              <a:t>• Integrated Learning &amp; Certifications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4114800"/>
            <a:ext cx="3383280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017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Industry &amp; Hiring Suite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5-Stage Kanban Hiring Pipeline</a:t>
            </a:r>
            <a:br/>
            <a:r>
              <a:t>• Automated 2-Round Assessment</a:t>
            </a:r>
            <a:br/>
            <a:r>
              <a:t>• AI-Ranked Talent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4114800"/>
            <a:ext cx="3383280" cy="91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80"/>
            <a:ext cx="3017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Institution Hub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Department Placement Analytics</a:t>
            </a:r>
            <a:br/>
            <a:r>
              <a:t>• Student Readiness Dossiers</a:t>
            </a:r>
            <a:br/>
            <a:r>
              <a:t>• Curriculum Gap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SkillBridge AI — Team Apex • Dehradun Hackathon 2026                                                                    Slide 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INNOVATION &amp;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46E5"/>
                </a:solidFill>
              </a:defRPr>
            </a:pPr>
            <a:r>
              <a:t>TEAM APEX |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SkillBridge Beats Generic Job Boards &amp; LMSs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Connecting learning and hiring into a single closed-loop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134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13455" cy="914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476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01. One Skill Graph, 3 Lenses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The same verified skill dataset powers student readiness, recruiter search, and institute curriculum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134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13455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476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02. AI Reads Gap, Not Just Resume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Compares candidate skills against target job roles to output a personalized action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134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13455" cy="91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0476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03. Built-in 2-Round Hiring Engine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Timed MCQ screening with negative marking gating an automated live coding challenge.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4134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413455" cy="914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30476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04. Closed-Loop Feedback System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Institutions see exactly which technical skills cause candidate rejection, feeding data to curriculum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4134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3931920"/>
            <a:ext cx="3413455" cy="914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114800"/>
            <a:ext cx="30476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05. Learning Tied to Outcomes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Completing targeted micro-courses instantly updates candidate readiness scores and recruiter rankings.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4134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931920"/>
            <a:ext cx="3413455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114800"/>
            <a:ext cx="30476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06. Recruiter-Grade Match Score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Students see exact transparent AI match percentages (e.g. 94% fit) identical to recruiter views.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SkillBridge AI — Team Apex • Dehradun Hackathon 2026                                                                    Slide 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TARGET USERS &amp;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46E5"/>
                </a:solidFill>
              </a:defRPr>
            </a:pPr>
            <a:r>
              <a:t>TEAM APEX |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Built for the 3 Stakeholders Every Placement Depends 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Custom-aligned solutions for students, hiring companies, and university placement cells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13455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13455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956255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👨‍🎓 Students &amp; Job Seekers</a:t>
            </a:r>
          </a:p>
          <a:p>
            <a:pPr>
              <a:spcBef>
                <a:spcPts val="400"/>
              </a:spcBef>
              <a:defRPr sz="1100" b="1">
                <a:solidFill>
                  <a:srgbClr val="4F46E5"/>
                </a:solidFill>
              </a:defRPr>
            </a:pPr>
            <a:r>
              <a:t>Engineering, CS &amp; Technical Graduates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• Pain Point: Unsure which technical skills employers demand.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• Solution: Live Skill Matrix, AI readiness score, targeted learning.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• Value: Direct path to verified internships without cold emails.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13455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13455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2956255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💼 Recruiters &amp; Employers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Startups, Tech Firms &amp; Enterprises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• Pain Point: Sifting through hundreds of unverified resume PDFs.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• Solution: AI talent ranking + automated 2-round assessment.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• Value: 70% reduction in time-to-hire with pre-evaluated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13455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13455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2956255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🏛️ Institutions &amp; Placement Cells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Colleges, Universities &amp; TPO Cells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• Pain Point: Spreadsheet tracking and manual recruiter outreach.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• Solution: Live placement analytics &amp; curriculum gap insights.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• Value: Higher placement rates &amp; market-aligned course planning.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SkillBridge AI — Team Apex • Dehradun Hackathon 2026                                                                    Slide 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46E5"/>
                </a:solidFill>
              </a:defRPr>
            </a:pPr>
            <a:r>
              <a:t>TEAM APEX |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Real-Time, AI-Native System Architecture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Production-ready stack built for low-latency scoring and instant multi-portal synchronization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8655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05740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F46E5"/>
                </a:solidFill>
              </a:defRPr>
            </a:pPr>
            <a:r>
              <a:t>FRONTEND LAYER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React 19 / Vite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Single Session Multi-Portal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5740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API &amp; AI SERVICE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FastAPI + Skill AI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Skill Extraction &amp;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5740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DATA &amp; REALTIME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Supabase / Postgres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Row-Level Security &amp; Realtime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05740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C3AED"/>
                </a:solidFill>
              </a:defRPr>
            </a:pPr>
            <a:r>
              <a:t>ASSESSMENT ENGINE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2-Round Gated Suite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Timed MCQ + Code Evaluator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24990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2224735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Experience Layer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Responsive SPA with instant role switching between Student, Industry, and Institution 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114800"/>
            <a:ext cx="24990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4297680"/>
            <a:ext cx="2224735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AI / Matching Engine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Resume skill extraction, role-specific gap scoring, and natural language recommendations.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24990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2224735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Realtime Storage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Single source of truth via Supabase Postgres — applications sync instantly across portals.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4114800"/>
            <a:ext cx="24990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4297680"/>
            <a:ext cx="2224735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Assessment Engine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Automated timed test execution with negative marking cutoff gating code submissions.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SkillBridge AI — Team Apex • Dehradun Hackathon 2026                                                                    Slide 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FEASIBILITY &amp; LIVE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46E5"/>
                </a:solidFill>
              </a:defRPr>
            </a:pPr>
            <a:r>
              <a:t>TEAM APEX |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Not Just a Concept — A Working Live Product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Functional full-stack web application ready for live judge evaluation in Round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9436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53949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💻 LIVE STUDENT DASHBOARD PROTOTYPE</a:t>
            </a:r>
          </a:p>
          <a:p>
            <a:pPr>
              <a:spcBef>
                <a:spcPts val="1200"/>
              </a:spcBef>
              <a:defRPr sz="1300" b="1">
                <a:solidFill>
                  <a:srgbClr val="4F46E5"/>
                </a:solidFill>
              </a:defRPr>
            </a:pPr>
            <a:r>
              <a:t>• Career Readiness Score: 78 / 100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• Verified Skills Logged: 12 Skills (+3 this mo)</a:t>
            </a:r>
          </a:p>
          <a:p>
            <a:pPr>
              <a:spcBef>
                <a:spcPts val="1200"/>
              </a:spcBef>
              <a:defRPr sz="1300" b="1">
                <a:solidFill>
                  <a:srgbClr val="D97706"/>
                </a:solidFill>
              </a:defRPr>
            </a:pPr>
            <a:r>
              <a:t>• AI Opportunity Matches: 24 Active Roles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⚡ AI Skill Insight Generator Output:</a:t>
            </a:r>
            <a:br/>
            <a:r>
              <a:t>"Your Java and SQL baseline is strong. Adding Spring Boot and Docker will increase your readiness score for Backend Intern roles by +16%."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828800"/>
            <a:ext cx="4510735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828800"/>
            <a:ext cx="91440" cy="9601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92024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✓ 3 Portals Live Today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Seamless switching across Student Workspace, Industry Suite, and Institute Hub.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880360"/>
            <a:ext cx="4510735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0" y="2880360"/>
            <a:ext cx="91440" cy="960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297180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✓ Real Backend Synchronization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Supabase Auth + Postgres + Realtime subscriptions — live data, not static mockups.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931920"/>
            <a:ext cx="4510735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3931920"/>
            <a:ext cx="91440" cy="960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6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✓ Gated 2-Round Assessment Engine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Round 1 MCQ cutoff unlocks Round 2 multi-language coding evaluations automatically.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983479"/>
            <a:ext cx="4510735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0" y="4983479"/>
            <a:ext cx="91440" cy="9601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5074919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✓ Demo Mode Credentials Ready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Pre-configured accounts for hackathon judges to test every role live in Round 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SkillBridge AI — Team Apex • Dehradun Hackathon 2026                                                                    Slide 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EXPECTED IMPACT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46E5"/>
                </a:solidFill>
              </a:defRPr>
            </a:pPr>
            <a:r>
              <a:t>TEAM APEX |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Quantifiable Impact Across Every Placement Dimension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Eliminating placement inefficiencies with measurable speed, accuracy, and engagement gains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99055" cy="21945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31617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F46E5"/>
                </a:solidFill>
              </a:defRPr>
            </a:pPr>
            <a:r>
              <a:t>94%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MATCH PRECISION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AI job-role compatibility accuracy for candidates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99055" cy="21945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31617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60%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SCREENING CUTOFF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Automated pre-filtering before manual recruiter interview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99055" cy="219456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31617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97706"/>
                </a:solidFill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UNIFIED PORTALS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Student, Recruiter, and Institution aligned on one 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99055" cy="2194560"/>
          </a:xfrm>
          <a:prstGeom prst="roundRect">
            <a:avLst/>
          </a:prstGeom>
          <a:solidFill>
            <a:srgbClr val="EEF2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0"/>
            <a:ext cx="231617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7C3AED"/>
                </a:solidFill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REAL-TIME SYNC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Instant updates on readiness scores and hiring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3413455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91440" cy="1737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3047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🎓 For Students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Stop guessing required technical skills; follow verified action plans.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97680"/>
            <a:ext cx="3413455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4297680"/>
            <a:ext cx="91440" cy="1737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480560"/>
            <a:ext cx="3047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💼 For Recruiters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Interview only pre-evaluated candidates clearing test cutoffs.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297680"/>
            <a:ext cx="3413455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91440" cy="1737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480560"/>
            <a:ext cx="3047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🏛️ For Institutions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Transform placement reports into live curriculum feedback loops.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SkillBridge AI — Team Apex • Dehradun Hackathon 2026                                                                    Slide 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SCALABILITY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46E5"/>
                </a:solidFill>
              </a:defRPr>
            </a:pPr>
            <a:r>
              <a:t>TEAM APEX |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Designed to Scale: Dehradun Pilot to National Network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Architected for multi-tenant scalability — expanding seamlessly across institutional networks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99055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99055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133295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PHASE 1 • NOW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Dehradun Pilot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3 portals live on Supabase; role-based auth; shared skill graph; demo ready.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📍 Focus: Dehradun &amp; UTU 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499055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99055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2133295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PHASE 2 • NEXT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Statewide Rollout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Multi-tenant college onboarding; bulk student ingestion; configurable test banks.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📍 Focus: Uttarakhand Technical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499055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99055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2133295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PHASE 3 • THEN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Recruiter Network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Open Industry Suite to verified tech recruiters at scale; ATS integrations.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📍 Focus: Pan-India Tech &amp; Startups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28800"/>
            <a:ext cx="2499055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2499055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103120"/>
            <a:ext cx="2133295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PHASE 4 • LATER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National Intelligence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Aggregate anonymized skill-gap trends across states to guide national policy.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📍 Focus: Pan-India Workforce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SkillBridge AI — Team Apex • Dehradun Hackathon 2026                                                                    Slide 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PRODUCT &amp; STARTUP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46E5"/>
                </a:solidFill>
              </a:defRPr>
            </a:pPr>
            <a:r>
              <a:t>TEAM APEX |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 Three-Sided Marketplace with Recurring Revenue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Sustainable business model aligned with value creation for every user persona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91440" cy="21945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047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🏛️ Institutions &amp; Colleges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Annual SaaS License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Per-seat annual SaaS subscription for placement cells: access to analytics, student dossiers, and curriculum gap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91440" cy="2194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47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💼 Recruiters &amp; Employers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Subscription + Success Fee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Hiring suite subscription + success fee per verified talent hire via the automated 2-round assessment engine.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91440" cy="21945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011680"/>
            <a:ext cx="3047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🎓 Students &amp; Job Seekers</a:t>
            </a:r>
          </a:p>
          <a:p>
            <a:pPr>
              <a:spcBef>
                <a:spcPts val="400"/>
              </a:spcBef>
              <a:defRPr sz="1100" b="1">
                <a:solidFill>
                  <a:srgbClr val="4F46E5"/>
                </a:solidFill>
              </a:defRPr>
            </a:pPr>
            <a:r>
              <a:t>Freemium + Pro Track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Freemium core skill profile &amp; matching, with premium advanced skill paths, interview prep, and micro-certifications.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728655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101498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🛡️ WHY SKILLBRIDGE IS A SUSTAINABLE VENTURE, NOT JUST A HACKATHON PROJECT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✓ Network Effects: Each new college brings verified talent recruiters want.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✓ Data Moat: Proprietary skill-gap &amp; outcome dataset unavailable on static job boards.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✓ Expansion Path: Campus ➔ State Level ➔ Pan-India Workforce Intelligence Platform.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✓ Working Prototype: Full-stack prototype ready today de-risks technical execution.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SkillBridge AI — Team Apex • Dehradun Hackathon 2026                                                                    Slide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SkillBridge AI — Team Apex</a:t>
            </a:r>
          </a:p>
          <a:p>
            <a:pPr>
              <a:spcBef>
                <a:spcPts val="800"/>
              </a:spcBef>
              <a:defRPr sz="1800">
                <a:solidFill>
                  <a:srgbClr val="CBD5E1"/>
                </a:solidFill>
              </a:defRPr>
            </a:pPr>
            <a:r>
              <a:t>From guesswork to verified readiness — for students, recruiters, and institutions, on one shared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413455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047695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🚀 Working Prototype Ready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Live multi-portal web application connected to Supabase backend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560320"/>
            <a:ext cx="3413455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3047695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🎯 Round 2 Roadmap Scoped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Live code demo, candidate filtering, and assessment execution ready for judges.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413455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743200"/>
            <a:ext cx="3047695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⛰️ Uttarakhand &amp; Beyond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Engineered to empower regional higher education talent pipelines.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 ARE READY TO PRESENT OUR LIVE DEMO IN ROUND 2! THANK YOU JUDGES!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SkillBridge AI — Team Apex • Dehradun Hackathon 2026                                                                    Slide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